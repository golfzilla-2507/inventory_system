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 autoAdjust="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8F63FE-D1C1-4346-A062-90928A21729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9BB92-6655-4273-AE8B-7B3D8E4AE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372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9BB92-6655-4273-AE8B-7B3D8E4AE1A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1273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9BB92-6655-4273-AE8B-7B3D8E4AE1A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653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919D9-2117-DD96-BA3E-AF11B16D4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0B0536-DA8A-74DA-DB9A-0CA8E4941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CB44A-38C6-8B01-CB80-B80F83C58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D4186-3236-4534-9CC9-8EF303C6777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79929-BAF3-B772-2963-4D3623E7E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81942-07B4-5AAC-C01A-A979E416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1DA92-72DB-4C55-A76E-B881B130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196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6AEBC-D860-71E6-3774-2BA935C6E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01EA7-7921-F5B5-FEE0-DE39A1582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702F3-081D-6C6B-D8D9-B9E62EB30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D4186-3236-4534-9CC9-8EF303C6777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342F2-5C4C-E890-6E8D-BBB66E751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44727-B50B-D0A4-BDB7-A0EE6B5A8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1DA92-72DB-4C55-A76E-B881B130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584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28E94-B7CE-2FC2-3172-EC0FC18B0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69210-9221-96C4-D31C-E035CF670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0FAD9-47F7-13D4-BD69-804510657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D4186-3236-4534-9CC9-8EF303C6777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7DE92-5EB8-5433-6CF6-EA9189D5E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665DD-2E2E-EF10-B2F6-0B16746A6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1DA92-72DB-4C55-A76E-B881B130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848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2ABB-A76E-24BA-DCA9-C75567380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44640-A589-3BC1-9A74-53A475B0F9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F7FB03-DE05-DB42-76D1-EFEF33FD7B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3C9A9-FBDC-0149-00DA-FA4924A77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D4186-3236-4534-9CC9-8EF303C6777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87704-F142-2711-D383-ED0A5FEC2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56B80-5071-410C-CB3B-C4E70DBA2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1DA92-72DB-4C55-A76E-B881B130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053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01FC4-6036-49C7-522B-8CA7889BE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757DC-9F3C-AFCC-85A1-23C8748A7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C20D6-98DD-1E9E-CAA2-F6FA1448C0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6596DE-341F-A17B-60BE-BD868831CF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7806A7-7236-D6BF-A902-6A292326ED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8ADD42-C77B-A640-7A7C-368DF4705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D4186-3236-4534-9CC9-8EF303C6777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C92299-70EC-8388-A1A5-E5CB1A9E9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9053EA-1EA6-A581-4DDB-E7FDE4294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1DA92-72DB-4C55-A76E-B881B130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745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71905-ACAC-E831-B471-703330C54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A82BB9-7A11-97C6-EE5C-9864DC44C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D4186-3236-4534-9CC9-8EF303C6777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971648-B380-6AF4-9EC4-1553D9D1F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3EE851-0957-A4A5-7B7A-A9CDDFFCA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1DA92-72DB-4C55-A76E-B881B130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140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007F46-AA97-358C-BE3C-08207A49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D4186-3236-4534-9CC9-8EF303C6777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5F9BF8-932C-15C2-7370-F78FB64EC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65AF9-9C84-5C79-9B94-CF9677907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1DA92-72DB-4C55-A76E-B881B130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887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1DE7D-16B7-FA03-21FE-22233285C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68D3D-3C8A-34DE-1CB2-4D8278019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F5F753-DE31-61B4-D7D1-062E9DDA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464B1-7AFE-5B45-6C73-C038114F9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D4186-3236-4534-9CC9-8EF303C6777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952CB0-4563-D6B3-E29D-36E4F9439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F0B9A1-416D-0688-FAF1-1A6874332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1DA92-72DB-4C55-A76E-B881B130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992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8BD52-17C6-6DB7-8AF4-4AB884A6E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36F2A4-8FB8-5CFE-534C-85F5083E60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B751F-EC82-1EFC-4A5E-7DAD84987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281A91-0113-4746-FA48-0FEF5FFFC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D4186-3236-4534-9CC9-8EF303C6777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AAC5E-76B3-83C2-B012-55AAD11A5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BDB72E-B365-A0B1-3C0D-334CD4097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1DA92-72DB-4C55-A76E-B881B130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96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F7453-D897-8688-B3A4-1E001DDC3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5C60B5-BE29-F39D-69E3-47D5F9F94C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7EE44-E32E-45EC-98DF-2F82D41C8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D4186-3236-4534-9CC9-8EF303C6777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C8606-BAE6-0980-6CB1-F84FCB1F9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2C8FF-9ECD-8AC5-0D56-0929F3E38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1DA92-72DB-4C55-A76E-B881B130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715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AA3448-D2B4-1F4F-45C6-746D7A97EF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27D374-9584-AAD8-9A73-3E52F629BF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F0193-DDA3-BD41-F5F7-DFF392CC3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D4186-3236-4534-9CC9-8EF303C6777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64239-E2BC-03AC-58CD-1641FFB69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44FB7-A19A-4B40-B074-052CCD740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1DA92-72DB-4C55-A76E-B881B130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110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2D4AB3-897D-389C-C965-86935894A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5EB89-DFCF-B15D-B715-8A84162F4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BBC05-482A-EE54-90B7-75E993A8C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8D4186-3236-4534-9CC9-8EF303C6777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9AA35-9F77-EBAC-A110-82CCAD5768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0F4ED-E5F0-9D94-DA6D-6203D7414D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E1DA92-72DB-4C55-A76E-B881B130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296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74EFB2-214F-C2E2-2F8D-1F4C094AFB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171050"/>
              </p:ext>
            </p:extLst>
          </p:nvPr>
        </p:nvGraphicFramePr>
        <p:xfrm>
          <a:off x="179599" y="1759373"/>
          <a:ext cx="11832801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4889">
                  <a:extLst>
                    <a:ext uri="{9D8B030D-6E8A-4147-A177-3AD203B41FA5}">
                      <a16:colId xmlns:a16="http://schemas.microsoft.com/office/drawing/2014/main" val="3930816539"/>
                    </a:ext>
                  </a:extLst>
                </a:gridCol>
                <a:gridCol w="778451">
                  <a:extLst>
                    <a:ext uri="{9D8B030D-6E8A-4147-A177-3AD203B41FA5}">
                      <a16:colId xmlns:a16="http://schemas.microsoft.com/office/drawing/2014/main" val="4192546343"/>
                    </a:ext>
                  </a:extLst>
                </a:gridCol>
                <a:gridCol w="744071">
                  <a:extLst>
                    <a:ext uri="{9D8B030D-6E8A-4147-A177-3AD203B41FA5}">
                      <a16:colId xmlns:a16="http://schemas.microsoft.com/office/drawing/2014/main" val="2471162139"/>
                    </a:ext>
                  </a:extLst>
                </a:gridCol>
                <a:gridCol w="708212">
                  <a:extLst>
                    <a:ext uri="{9D8B030D-6E8A-4147-A177-3AD203B41FA5}">
                      <a16:colId xmlns:a16="http://schemas.microsoft.com/office/drawing/2014/main" val="848223296"/>
                    </a:ext>
                  </a:extLst>
                </a:gridCol>
                <a:gridCol w="1725930">
                  <a:extLst>
                    <a:ext uri="{9D8B030D-6E8A-4147-A177-3AD203B41FA5}">
                      <a16:colId xmlns:a16="http://schemas.microsoft.com/office/drawing/2014/main" val="1863123434"/>
                    </a:ext>
                  </a:extLst>
                </a:gridCol>
                <a:gridCol w="732308">
                  <a:extLst>
                    <a:ext uri="{9D8B030D-6E8A-4147-A177-3AD203B41FA5}">
                      <a16:colId xmlns:a16="http://schemas.microsoft.com/office/drawing/2014/main" val="4212730998"/>
                    </a:ext>
                  </a:extLst>
                </a:gridCol>
                <a:gridCol w="1723708">
                  <a:extLst>
                    <a:ext uri="{9D8B030D-6E8A-4147-A177-3AD203B41FA5}">
                      <a16:colId xmlns:a16="http://schemas.microsoft.com/office/drawing/2014/main" val="827611688"/>
                    </a:ext>
                  </a:extLst>
                </a:gridCol>
                <a:gridCol w="2829243">
                  <a:extLst>
                    <a:ext uri="{9D8B030D-6E8A-4147-A177-3AD203B41FA5}">
                      <a16:colId xmlns:a16="http://schemas.microsoft.com/office/drawing/2014/main" val="4211494807"/>
                    </a:ext>
                  </a:extLst>
                </a:gridCol>
                <a:gridCol w="728663">
                  <a:extLst>
                    <a:ext uri="{9D8B030D-6E8A-4147-A177-3AD203B41FA5}">
                      <a16:colId xmlns:a16="http://schemas.microsoft.com/office/drawing/2014/main" val="3684905505"/>
                    </a:ext>
                  </a:extLst>
                </a:gridCol>
                <a:gridCol w="728663">
                  <a:extLst>
                    <a:ext uri="{9D8B030D-6E8A-4147-A177-3AD203B41FA5}">
                      <a16:colId xmlns:a16="http://schemas.microsoft.com/office/drawing/2014/main" val="1968228586"/>
                    </a:ext>
                  </a:extLst>
                </a:gridCol>
                <a:gridCol w="728663">
                  <a:extLst>
                    <a:ext uri="{9D8B030D-6E8A-4147-A177-3AD203B41FA5}">
                      <a16:colId xmlns:a16="http://schemas.microsoft.com/office/drawing/2014/main" val="2095360427"/>
                    </a:ext>
                  </a:extLst>
                </a:gridCol>
              </a:tblGrid>
              <a:tr h="1976361">
                <a:tc>
                  <a:txBody>
                    <a:bodyPr/>
                    <a:lstStyle/>
                    <a:p>
                      <a:r>
                        <a:rPr lang="th-TH" dirty="0"/>
                        <a:t>ลำดับ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dirty="0"/>
                        <a:t>ผู้ใช้งาน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dirty="0"/>
                        <a:t>โครงการ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dirty="0"/>
                        <a:t>รหัสอุปกรณ์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dirty="0"/>
                        <a:t>มูลค่าเครื่อง</a:t>
                      </a:r>
                    </a:p>
                    <a:p>
                      <a:r>
                        <a:rPr lang="th-TH" dirty="0"/>
                        <a:t>(เป็นช่องให้กรอกตัวเลข)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มีปฏิทินให้เลือก และบันทึกลง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[yfm_1]</a:t>
                      </a:r>
                      <a:endParaRPr lang="th-TH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dirty="0"/>
                        <a:t>บอกปี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How_long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มีปฏิทินให้เลือก และบันทึกลง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yfm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th-TH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endParaRPr lang="th-TH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dirty="0"/>
                        <a:t>บอกปี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How_long</a:t>
                      </a:r>
                      <a:r>
                        <a:rPr lang="th-TH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dirty="0"/>
                        <a:t>ดูรายละเอียด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dirty="0"/>
                        <a:t>ประวัติการซ่อม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459303"/>
                  </a:ext>
                </a:extLst>
              </a:tr>
              <a:tr h="3201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023530"/>
                  </a:ext>
                </a:extLst>
              </a:tr>
              <a:tr h="3201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989651"/>
                  </a:ext>
                </a:extLst>
              </a:tr>
              <a:tr h="3201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024591"/>
                  </a:ext>
                </a:extLst>
              </a:tr>
              <a:tr h="3201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512014"/>
                  </a:ext>
                </a:extLst>
              </a:tr>
              <a:tr h="3201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5247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64835B1-F25F-650A-0742-F5FD4D41AB18}"/>
              </a:ext>
            </a:extLst>
          </p:cNvPr>
          <p:cNvSpPr txBox="1"/>
          <p:nvPr/>
        </p:nvSpPr>
        <p:spPr>
          <a:xfrm>
            <a:off x="1958196" y="1164566"/>
            <a:ext cx="2369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/>
              <a:t>ค้นหา ..... ชื่อ ....รหัส ... โครงการ...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9ECCFC-35AD-EE72-5370-A10915B5F4F1}"/>
              </a:ext>
            </a:extLst>
          </p:cNvPr>
          <p:cNvSpPr txBox="1"/>
          <p:nvPr/>
        </p:nvSpPr>
        <p:spPr>
          <a:xfrm>
            <a:off x="4759075" y="960400"/>
            <a:ext cx="34156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Filter </a:t>
            </a:r>
            <a:r>
              <a:rPr lang="th-TH" dirty="0"/>
              <a:t>ประเภท ค้นหาจาก </a:t>
            </a:r>
            <a:endParaRPr lang="en-US" dirty="0"/>
          </a:p>
          <a:p>
            <a:r>
              <a:rPr lang="th-TH" dirty="0"/>
              <a:t>ฐาน</a:t>
            </a:r>
            <a:r>
              <a:rPr lang="en-US" dirty="0"/>
              <a:t> </a:t>
            </a:r>
            <a:r>
              <a:rPr lang="en-US" dirty="0" err="1"/>
              <a:t>IT_assts</a:t>
            </a:r>
            <a:r>
              <a:rPr lang="en-US" dirty="0"/>
              <a:t> </a:t>
            </a:r>
            <a:r>
              <a:rPr lang="th-TH" dirty="0"/>
              <a:t>ตาราง </a:t>
            </a:r>
            <a:r>
              <a:rPr lang="en-US" dirty="0" err="1"/>
              <a:t>type_equipment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69D313-A740-BBEF-0312-7BF31FAB2532}"/>
              </a:ext>
            </a:extLst>
          </p:cNvPr>
          <p:cNvSpPr txBox="1"/>
          <p:nvPr/>
        </p:nvSpPr>
        <p:spPr>
          <a:xfrm>
            <a:off x="8174754" y="960399"/>
            <a:ext cx="2493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Filter </a:t>
            </a:r>
            <a:r>
              <a:rPr lang="th-TH" dirty="0"/>
              <a:t>ประเภท ค้นหาจาก โครงการ</a:t>
            </a:r>
            <a:endParaRPr lang="en-US" dirty="0"/>
          </a:p>
          <a:p>
            <a:r>
              <a:rPr lang="th-TH" dirty="0"/>
              <a:t>ฐาน</a:t>
            </a:r>
            <a:r>
              <a:rPr lang="en-US" dirty="0"/>
              <a:t> </a:t>
            </a:r>
            <a:r>
              <a:rPr lang="en-US" dirty="0" err="1"/>
              <a:t>IT_assts</a:t>
            </a:r>
            <a:r>
              <a:rPr lang="en-US" dirty="0"/>
              <a:t> </a:t>
            </a:r>
            <a:r>
              <a:rPr lang="th-TH" dirty="0"/>
              <a:t>ตาราง </a:t>
            </a:r>
            <a:r>
              <a:rPr lang="en-US" dirty="0"/>
              <a:t>project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A85F85-4242-B360-9C90-E1D9BE23A78D}"/>
              </a:ext>
            </a:extLst>
          </p:cNvPr>
          <p:cNvSpPr txBox="1"/>
          <p:nvPr/>
        </p:nvSpPr>
        <p:spPr>
          <a:xfrm>
            <a:off x="1958196" y="438425"/>
            <a:ext cx="3302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/>
              <a:t>ไฟล์ </a:t>
            </a:r>
            <a:r>
              <a:rPr lang="en-US" dirty="0"/>
              <a:t>admin/</a:t>
            </a:r>
            <a:r>
              <a:rPr lang="en-US" dirty="0" err="1"/>
              <a:t>service_life_view.php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057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EEB8AA-96A4-FA19-85C2-C564D2E098C9}"/>
              </a:ext>
            </a:extLst>
          </p:cNvPr>
          <p:cNvSpPr/>
          <p:nvPr/>
        </p:nvSpPr>
        <p:spPr>
          <a:xfrm>
            <a:off x="1213449" y="816635"/>
            <a:ext cx="9765102" cy="560717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D255D9-E251-3465-A40D-B3473E99A5BD}"/>
              </a:ext>
            </a:extLst>
          </p:cNvPr>
          <p:cNvSpPr txBox="1"/>
          <p:nvPr/>
        </p:nvSpPr>
        <p:spPr>
          <a:xfrm flipH="1">
            <a:off x="5351144" y="1087756"/>
            <a:ext cx="992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รายละเอียด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9D4122-86A6-D353-9AEF-1C4796EA2ACB}"/>
              </a:ext>
            </a:extLst>
          </p:cNvPr>
          <p:cNvSpPr txBox="1"/>
          <p:nvPr/>
        </p:nvSpPr>
        <p:spPr>
          <a:xfrm flipH="1">
            <a:off x="2474594" y="2021206"/>
            <a:ext cx="992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dirty="0"/>
              <a:t>ชื่อผู้ใช้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FFC694-7D63-3EEF-D2A3-16C2815A6F18}"/>
              </a:ext>
            </a:extLst>
          </p:cNvPr>
          <p:cNvSpPr txBox="1"/>
          <p:nvPr/>
        </p:nvSpPr>
        <p:spPr>
          <a:xfrm flipH="1">
            <a:off x="5734066" y="2021206"/>
            <a:ext cx="992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dirty="0"/>
              <a:t>โครงการ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88531C-E165-F831-9373-17ADD61F4180}"/>
              </a:ext>
            </a:extLst>
          </p:cNvPr>
          <p:cNvSpPr txBox="1"/>
          <p:nvPr/>
        </p:nvSpPr>
        <p:spPr>
          <a:xfrm flipH="1">
            <a:off x="2474594" y="2821306"/>
            <a:ext cx="992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dirty="0"/>
              <a:t>รหัสอุปกรณ์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418A5D-92C0-15DF-A955-E9FC240D0618}"/>
              </a:ext>
            </a:extLst>
          </p:cNvPr>
          <p:cNvSpPr txBox="1"/>
          <p:nvPr/>
        </p:nvSpPr>
        <p:spPr>
          <a:xfrm flipH="1">
            <a:off x="5855968" y="2821306"/>
            <a:ext cx="3861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Spec</a:t>
            </a:r>
            <a:r>
              <a:rPr lang="th-TH" dirty="0"/>
              <a:t> เครื่อง </a:t>
            </a:r>
            <a:r>
              <a:rPr lang="en-US" dirty="0" err="1"/>
              <a:t>cpu+ram+gpu+ssd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CDD95F-F824-D16D-F202-BB3D1E0003EB}"/>
              </a:ext>
            </a:extLst>
          </p:cNvPr>
          <p:cNvSpPr txBox="1"/>
          <p:nvPr/>
        </p:nvSpPr>
        <p:spPr>
          <a:xfrm flipH="1">
            <a:off x="2474594" y="3840481"/>
            <a:ext cx="992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dirty="0"/>
              <a:t>มูลค่าเครื่อง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F2BDBD-4A2B-2D03-9257-2EA57AC6436C}"/>
              </a:ext>
            </a:extLst>
          </p:cNvPr>
          <p:cNvSpPr txBox="1"/>
          <p:nvPr/>
        </p:nvSpPr>
        <p:spPr>
          <a:xfrm flipH="1">
            <a:off x="4389118" y="3840481"/>
            <a:ext cx="1466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dirty="0"/>
              <a:t>อายุการใช้งาน (นับปี </a:t>
            </a:r>
            <a:r>
              <a:rPr lang="en-US" dirty="0"/>
              <a:t>CPU</a:t>
            </a:r>
            <a:r>
              <a:rPr lang="th-TH" dirty="0"/>
              <a:t>)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D42B64-3DD1-A94C-6782-220B720B1E96}"/>
              </a:ext>
            </a:extLst>
          </p:cNvPr>
          <p:cNvSpPr txBox="1"/>
          <p:nvPr/>
        </p:nvSpPr>
        <p:spPr>
          <a:xfrm flipH="1">
            <a:off x="6456043" y="3840481"/>
            <a:ext cx="1466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dirty="0"/>
              <a:t>อายุการใช้งาน (นับปี วันที่ซื้อ)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DD3B23-AA46-9C32-A1D8-AC7494EF4D95}"/>
              </a:ext>
            </a:extLst>
          </p:cNvPr>
          <p:cNvSpPr txBox="1"/>
          <p:nvPr/>
        </p:nvSpPr>
        <p:spPr>
          <a:xfrm flipH="1">
            <a:off x="5380688" y="5301897"/>
            <a:ext cx="1466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dirty="0"/>
              <a:t>ปิด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25801A-0FDE-B4C5-6796-16C3B86FFE76}"/>
              </a:ext>
            </a:extLst>
          </p:cNvPr>
          <p:cNvSpPr txBox="1"/>
          <p:nvPr/>
        </p:nvSpPr>
        <p:spPr>
          <a:xfrm>
            <a:off x="1213449" y="416585"/>
            <a:ext cx="2049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/>
              <a:t>ประเภท </a:t>
            </a:r>
            <a:r>
              <a:rPr lang="en-US" dirty="0"/>
              <a:t>Popup modal</a:t>
            </a:r>
          </a:p>
        </p:txBody>
      </p:sp>
    </p:spTree>
    <p:extLst>
      <p:ext uri="{BB962C8B-B14F-4D97-AF65-F5344CB8AC3E}">
        <p14:creationId xmlns:p14="http://schemas.microsoft.com/office/powerpoint/2010/main" val="1207750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B122818-51D2-4A35-01CD-C14DF2DC3D50}"/>
              </a:ext>
            </a:extLst>
          </p:cNvPr>
          <p:cNvSpPr/>
          <p:nvPr/>
        </p:nvSpPr>
        <p:spPr>
          <a:xfrm>
            <a:off x="1213449" y="631969"/>
            <a:ext cx="9765102" cy="560717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09999C-F195-F159-BB40-4116BA62B346}"/>
              </a:ext>
            </a:extLst>
          </p:cNvPr>
          <p:cNvSpPr txBox="1"/>
          <p:nvPr/>
        </p:nvSpPr>
        <p:spPr>
          <a:xfrm flipH="1">
            <a:off x="5351144" y="1087756"/>
            <a:ext cx="124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ประวัติการซ่อม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7B2EC3-2840-D900-9005-EC0365154F83}"/>
              </a:ext>
            </a:extLst>
          </p:cNvPr>
          <p:cNvSpPr txBox="1"/>
          <p:nvPr/>
        </p:nvSpPr>
        <p:spPr>
          <a:xfrm flipH="1">
            <a:off x="2474594" y="2021206"/>
            <a:ext cx="992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dirty="0"/>
              <a:t>ชื่อผู้ใช้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FCE5F7-8E5D-A4FA-D4B4-7164567719D9}"/>
              </a:ext>
            </a:extLst>
          </p:cNvPr>
          <p:cNvSpPr txBox="1"/>
          <p:nvPr/>
        </p:nvSpPr>
        <p:spPr>
          <a:xfrm flipH="1">
            <a:off x="5734065" y="2021206"/>
            <a:ext cx="200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dirty="0"/>
              <a:t>โครงระหว่างโครงการ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8A6A16-FBBB-2464-78A1-5FE439406E0E}"/>
              </a:ext>
            </a:extLst>
          </p:cNvPr>
          <p:cNvSpPr txBox="1"/>
          <p:nvPr/>
        </p:nvSpPr>
        <p:spPr>
          <a:xfrm flipH="1">
            <a:off x="2459819" y="2558715"/>
            <a:ext cx="992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dirty="0"/>
              <a:t>รหัสอุปกรณ์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A649CE-3440-4C27-1950-7239C0B8DD42}"/>
              </a:ext>
            </a:extLst>
          </p:cNvPr>
          <p:cNvSpPr txBox="1"/>
          <p:nvPr/>
        </p:nvSpPr>
        <p:spPr>
          <a:xfrm flipH="1">
            <a:off x="5518951" y="2558715"/>
            <a:ext cx="3861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Spec</a:t>
            </a:r>
            <a:r>
              <a:rPr lang="th-TH" dirty="0"/>
              <a:t> เครื่อง </a:t>
            </a:r>
            <a:r>
              <a:rPr lang="en-US" dirty="0" err="1"/>
              <a:t>cpu+ram+gpu+ssd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D68A31-BA46-D4B8-3BD3-F7FB4419E46B}"/>
              </a:ext>
            </a:extLst>
          </p:cNvPr>
          <p:cNvSpPr txBox="1"/>
          <p:nvPr/>
        </p:nvSpPr>
        <p:spPr>
          <a:xfrm flipH="1">
            <a:off x="2459819" y="4011776"/>
            <a:ext cx="992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dirty="0"/>
              <a:t>อาการ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D46F88-2EF9-F2B2-694B-C23BBC2E4910}"/>
              </a:ext>
            </a:extLst>
          </p:cNvPr>
          <p:cNvSpPr txBox="1"/>
          <p:nvPr/>
        </p:nvSpPr>
        <p:spPr>
          <a:xfrm flipH="1">
            <a:off x="4338971" y="3283757"/>
            <a:ext cx="1466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dirty="0"/>
              <a:t>วันที่แจ้งซ่อม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E7459C-1C24-5C40-5BB6-C1F75BD3BED5}"/>
              </a:ext>
            </a:extLst>
          </p:cNvPr>
          <p:cNvSpPr txBox="1"/>
          <p:nvPr/>
        </p:nvSpPr>
        <p:spPr>
          <a:xfrm flipH="1">
            <a:off x="6386181" y="3250888"/>
            <a:ext cx="1466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dirty="0"/>
              <a:t>วันที่ซ่อมเสร็จ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657C36-ED01-C89A-C9E6-E7C5EE0FB9A3}"/>
              </a:ext>
            </a:extLst>
          </p:cNvPr>
          <p:cNvSpPr txBox="1"/>
          <p:nvPr/>
        </p:nvSpPr>
        <p:spPr>
          <a:xfrm flipH="1">
            <a:off x="5362575" y="5856699"/>
            <a:ext cx="1466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dirty="0"/>
              <a:t>ปิด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8B7145-63A9-8A35-019C-28A625398BD5}"/>
              </a:ext>
            </a:extLst>
          </p:cNvPr>
          <p:cNvSpPr txBox="1"/>
          <p:nvPr/>
        </p:nvSpPr>
        <p:spPr>
          <a:xfrm flipH="1">
            <a:off x="8069691" y="3244334"/>
            <a:ext cx="1466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dirty="0"/>
              <a:t>จำนวนวันที่ซ่อม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7C9E51-2BA3-AFA7-C09C-696675072D75}"/>
              </a:ext>
            </a:extLst>
          </p:cNvPr>
          <p:cNvSpPr txBox="1"/>
          <p:nvPr/>
        </p:nvSpPr>
        <p:spPr>
          <a:xfrm flipH="1">
            <a:off x="6386181" y="3994585"/>
            <a:ext cx="1466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dirty="0"/>
              <a:t>รูปภาพ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E45A5C-D065-CFBE-D203-D31B841D1270}"/>
              </a:ext>
            </a:extLst>
          </p:cNvPr>
          <p:cNvSpPr txBox="1"/>
          <p:nvPr/>
        </p:nvSpPr>
        <p:spPr>
          <a:xfrm flipH="1">
            <a:off x="2474594" y="3215086"/>
            <a:ext cx="992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dirty="0"/>
              <a:t>ผู้แจ้งซ่อม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A04AD0-D17F-B850-E57C-C4599452B610}"/>
              </a:ext>
            </a:extLst>
          </p:cNvPr>
          <p:cNvSpPr txBox="1"/>
          <p:nvPr/>
        </p:nvSpPr>
        <p:spPr>
          <a:xfrm flipH="1">
            <a:off x="4338971" y="3994585"/>
            <a:ext cx="1466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dirty="0"/>
              <a:t>มูลค่าในการซ่อม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40BA77-8340-DDF5-EF1A-0C8962FFDC35}"/>
              </a:ext>
            </a:extLst>
          </p:cNvPr>
          <p:cNvSpPr txBox="1"/>
          <p:nvPr/>
        </p:nvSpPr>
        <p:spPr>
          <a:xfrm flipH="1">
            <a:off x="4629150" y="5395169"/>
            <a:ext cx="1466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dirty="0"/>
              <a:t>ซ่อมครั้งที่ 1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776EC1-B47E-084A-5181-18662E0E2C2D}"/>
              </a:ext>
            </a:extLst>
          </p:cNvPr>
          <p:cNvSpPr txBox="1"/>
          <p:nvPr/>
        </p:nvSpPr>
        <p:spPr>
          <a:xfrm flipH="1">
            <a:off x="6096000" y="5395169"/>
            <a:ext cx="1466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dirty="0"/>
              <a:t>ถัดไป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28807C-8BA2-A9EC-FD3B-1A50E5FCFB34}"/>
              </a:ext>
            </a:extLst>
          </p:cNvPr>
          <p:cNvSpPr txBox="1"/>
          <p:nvPr/>
        </p:nvSpPr>
        <p:spPr>
          <a:xfrm>
            <a:off x="1213449" y="331352"/>
            <a:ext cx="2049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/>
              <a:t>ประเภท </a:t>
            </a:r>
            <a:r>
              <a:rPr lang="en-US" dirty="0"/>
              <a:t>Popup modal</a:t>
            </a:r>
          </a:p>
        </p:txBody>
      </p:sp>
    </p:spTree>
    <p:extLst>
      <p:ext uri="{BB962C8B-B14F-4D97-AF65-F5344CB8AC3E}">
        <p14:creationId xmlns:p14="http://schemas.microsoft.com/office/powerpoint/2010/main" val="3984302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2981</TotalTime>
  <Words>181</Words>
  <Application>Microsoft Office PowerPoint</Application>
  <PresentationFormat>Widescreen</PresentationFormat>
  <Paragraphs>46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Elepphant</dc:creator>
  <cp:lastModifiedBy>Elepphant</cp:lastModifiedBy>
  <cp:revision>1</cp:revision>
  <dcterms:created xsi:type="dcterms:W3CDTF">2026-02-25T08:09:56Z</dcterms:created>
  <dcterms:modified xsi:type="dcterms:W3CDTF">2026-02-27T09:51:11Z</dcterms:modified>
</cp:coreProperties>
</file>